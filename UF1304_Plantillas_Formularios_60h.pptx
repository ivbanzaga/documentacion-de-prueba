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457200" cy="68580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0"/>
            <a:ext cx="109728" cy="6858000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2C39A"/>
                </a:solidFill>
                <a:latin typeface="Calibri"/>
              </a:defRPr>
            </a:pPr>
            <a:r>
              <a:t>IFCD0110 - CONFECCION Y PUBLICACION DE PAGINAS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"/>
              </a:defRPr>
            </a:pPr>
            <a:r>
              <a:t>UF1304</a:t>
            </a:r>
            <a:br/>
            <a:r>
              <a:t>Elaboracion de plantillas</a:t>
            </a:r>
            <a:br/>
            <a:r>
              <a:t>y formularios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9E795"/>
                </a:solidFill>
                <a:latin typeface="Calibri"/>
              </a:defRPr>
            </a:pPr>
            <a:r>
              <a:t>MF0950_2 - Construccion de paginas web - 60 horas - Nivel 2 - 4B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66344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5F1E8"/>
                </a:solidFill>
                <a:latin typeface="Calibri"/>
              </a:defRPr>
            </a:pPr>
            <a:r>
              <a:t>C1 Formularios interactivos  -  C2 Plantillas reutilizables  -  UA1 30 h  -  UA2 30 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731520"/>
            <a:ext cx="2926080" cy="539496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0058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60 HORAS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17373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UA1 Formularios - 30 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1945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UA2 Plantillas - 30 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92608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9E795"/>
                </a:solidFill>
                <a:latin typeface="Calibri"/>
              </a:defRPr>
            </a:pPr>
            <a:r>
              <a:t>CE1.1 - CE1.3</a:t>
            </a:r>
            <a:br/>
            <a:r>
              <a:t>CE2.1 - CE2.3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42062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5F1E8"/>
                </a:solidFill>
                <a:latin typeface="Calibri"/>
              </a:defRPr>
            </a:pPr>
            <a:r>
              <a:t>E1 + E2 + Prueba final</a:t>
            </a:r>
            <a:br/>
            <a:r>
              <a:t>30% + 70% - Aprueba con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51206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5F1E8"/>
                </a:solidFill>
                <a:latin typeface="Calibri"/>
              </a:defRPr>
            </a:pPr>
            <a:r>
              <a:t>Fuente: Qdrant Certificados + RD 1531/2011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OBJETIVOS Y CAPACIDADES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12064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120640" cy="2286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28090"/>
                </a:solidFill>
                <a:latin typeface="Calibri"/>
              </a:defRPr>
            </a:pPr>
            <a:r>
              <a:t>C1 - FORMULARIOS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A4A"/>
                </a:solidFill>
                <a:latin typeface="Calibri"/>
              </a:defRPr>
            </a:pPr>
            <a:r>
              <a:t>Crear formularios e integrarlos en paginas web para incluir interactividad, segun especificaciones funcionales.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80160"/>
            <a:ext cx="5120640" cy="4206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120640" cy="2286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7373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28090"/>
                </a:solidFill>
                <a:latin typeface="Calibri"/>
              </a:defRPr>
            </a:pPr>
            <a:r>
              <a:t>C2 - PLANTILLAS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37744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B2A4A"/>
                </a:solidFill>
                <a:latin typeface="Calibri"/>
              </a:defRPr>
            </a:pPr>
            <a:r>
              <a:t>Confeccionar plantillas para paginas web atendiendo a las especificaciones de diseno recibidas.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Calibri"/>
              </a:defRPr>
            </a:pPr>
            <a:r>
              <a:t>UA1 - FORMULARIOS EN PAGINAS WEB - 30 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291840" cy="41148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9E795"/>
                </a:solidFill>
                <a:latin typeface="Calibri"/>
              </a:defRPr>
            </a:pPr>
            <a:r>
              <a:t>CE1.1 Caracteristicas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Interactividad, variabilidad datos, envio a servidores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291840" cy="41148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9E795"/>
                </a:solidFill>
                <a:latin typeface="Calibri"/>
              </a:defRPr>
            </a:pPr>
            <a:r>
              <a:t>CE1.2 Elementos y controles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74320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Campos, textos, etiquetas, tamanos, botones, listas, casillas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371600"/>
            <a:ext cx="3291840" cy="41148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9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9E795"/>
                </a:solidFill>
                <a:latin typeface="Calibri"/>
              </a:defRPr>
            </a:pPr>
            <a:r>
              <a:t>CE1.3 Accesibilidad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9" y="274320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Agrupacion, obligatorios, orden logico, error y confirmacion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UA2 - PLANTILLAS EN PAGINAS WEB - 30 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2918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28090"/>
                </a:solidFill>
                <a:latin typeface="Calibri"/>
              </a:defRPr>
            </a:pPr>
            <a:r>
              <a:t>CE2.1 Funciones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B2A4A"/>
                </a:solidFill>
                <a:latin typeface="Calibri"/>
              </a:defRPr>
            </a:pPr>
            <a:r>
              <a:t>Descripcion plantilla, elementos, estructura, zonas modificables y fijas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371600"/>
            <a:ext cx="32918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28090"/>
                </a:solidFill>
                <a:latin typeface="Calibri"/>
              </a:defRPr>
            </a:pPr>
            <a:r>
              <a:t>CE2.2 Campos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74320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B2A4A"/>
                </a:solidFill>
                <a:latin typeface="Calibri"/>
              </a:defRPr>
            </a:pPr>
            <a:r>
              <a:t>Definir y crear campos editables y no editables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371600"/>
            <a:ext cx="32918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9" y="16459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28090"/>
                </a:solidFill>
                <a:latin typeface="Calibri"/>
              </a:defRPr>
            </a:pPr>
            <a:r>
              <a:t>CE2.3 Aplicar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9" y="2743200"/>
            <a:ext cx="2743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B2A4A"/>
                </a:solidFill>
                <a:latin typeface="Calibri"/>
              </a:defRPr>
            </a:pPr>
            <a:r>
              <a:t>Buscar en red, adaptar y aplicar plantillas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2A4A"/>
                </a:solidFill>
                <a:latin typeface="Calibri"/>
              </a:defRPr>
            </a:pPr>
            <a:r>
              <a:t>EVALUACION CONTINUA Y FINAL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3291840" cy="32004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E1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Formularios - 30%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463040"/>
            <a:ext cx="3291840" cy="320040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E2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0175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Plantillas - 30%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463040"/>
            <a:ext cx="3291840" cy="32004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9" y="17373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FINAL PRUEBA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9" y="301752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FFFFFF"/>
                </a:solidFill>
                <a:latin typeface="Calibri"/>
              </a:defRPr>
            </a:pPr>
            <a:r>
              <a:t>Teorico-practica - 70%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2920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B2A4A"/>
                </a:solidFill>
                <a:latin typeface="Calibri"/>
              </a:defRPr>
            </a:pPr>
            <a:r>
              <a:t>Nota = 30% controles + 70% final - De 1 a 10 - Aprueba con 5 o mas - 75% asistencia - 2a convocatoria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